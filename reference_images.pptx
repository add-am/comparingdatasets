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9" r:id="rId4"/>
    <p:sldId id="258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BBD8-DB6D-E910-E762-3E54D9FDF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BA389-AD69-24AB-D59A-F16288B07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AA-2C86-2BFA-F61C-7D8583D6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F49B4-95CF-8CF2-C7B0-796ADF03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0A754-2263-9C26-AEE5-5256DBA9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659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40DD-6957-1DD4-41EE-C682AF052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F60BD-29B4-9A20-6C9C-98E0B07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BA0E4-5BEF-8906-C239-901624AE4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5B1EF-B6A0-41F5-0D22-28784A82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01959-8132-36AC-52D3-27140ABD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769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4101-10F5-212A-13A5-C0B7D3F1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A6A29-924E-AE6D-36A7-8BBC2CA63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A61D-EAF1-9276-DAB8-C9B7F9F6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48224-2184-8035-9761-24B9C963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523CD-9CA1-2573-95D7-AAE401F6D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0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BCF4-A1DF-BBD0-DC5B-125156BF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7B925-F194-4026-A948-DDAA9473F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92BA7-26BF-F808-3DE6-2552AA534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EEEE0-8FA7-1BA8-DEB6-DD849BF7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E200B-64D2-21AA-CADC-6FC0518B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4038A-E7D1-4693-EBC5-6792E5CA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211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3089-EFB5-3E5A-FF87-718A59A0C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C407E-E911-6140-39B0-C00CB7A42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A4673-1C70-7622-9380-79661E36A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15B03-C5E5-F6B9-41D9-D4BC5BFEB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D1E753-7A0B-E71B-ECE0-39EC7CA52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1696C6-897A-3C6C-5910-8246B174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799EE-3E77-250B-792C-C6EA7CAA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D9277-C63A-B21E-64CB-E5AD1763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141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6698E-7565-C6B6-C3CB-FEAF2061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24F6A-552E-A92B-BB8B-32C2DFBD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DF1C8-E786-3A4E-EC4B-33F71F63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36C6A-4957-CE0C-3845-D042A4F9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463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E93EA-2106-4DDB-803D-F91FEEFCD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2EDAB-C985-9B66-5C19-2C4C0AD9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FF220-8C91-D73F-2B7D-72B9BDC4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13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A7D2-B464-FDCF-FE9E-AD77FA3B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A3-97B6-96E2-E8EA-3D4AAADFF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C93C8-540A-36E6-5AFF-FE83E4560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EAB13-9021-5DE9-B037-85611412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2E3EE-21E7-CF4A-0188-BFB84D91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A1304-6136-D29A-E7D7-B96E312A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165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C3AD-60A5-0D60-A172-A6DE5012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4A539-1AFF-E71D-F520-C18764B3D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27A9D-6F10-88E1-F4F5-C18C004DF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15C17-9898-C9AA-65CE-91EA097C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0C191-5892-2237-65D7-0CA3CADA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E6AEB-7682-4B9D-74F4-33525A80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150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265C-8D64-2B43-4A62-F3EC38C6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5C37E-9810-FA9E-E4DD-294282FB3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2DA08-896E-3204-1355-2660DEA0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23269-7491-33A8-41B6-4670CA59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6786-507A-7137-6768-42E0388D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7364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A49BA0-99B9-4F88-3550-2891DD4A3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EB833-34FE-A69B-D458-A3F9381CE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5A857-9189-3513-3ED1-A219C8EA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A877E-3BF3-2EA1-1A26-DBE8E5E96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C0401-94DA-A1BC-F521-2362CD3B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293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A28E4-0E94-63AB-43D0-44CAEA972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BD0BA-E361-3B6E-53B9-3C4F79D30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27C44-D537-13E4-9B9D-4D6CD8F8C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86FCA-8772-43F2-B3FF-6C697E833BC5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4766E-DCB4-579C-FC04-5FF4C5777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D9662-D54A-C00A-302D-7C3390F21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76B869-304C-4BD5-A689-D08594B0F2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82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7B6DFF6-1870-841B-2400-06EB54D78A72}"/>
              </a:ext>
            </a:extLst>
          </p:cNvPr>
          <p:cNvGrpSpPr/>
          <p:nvPr/>
        </p:nvGrpSpPr>
        <p:grpSpPr>
          <a:xfrm>
            <a:off x="1271016" y="667512"/>
            <a:ext cx="9603519" cy="5577840"/>
            <a:chOff x="1271016" y="667512"/>
            <a:chExt cx="9603519" cy="55778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2172EC-7658-6164-991A-AEC94E373718}"/>
                </a:ext>
              </a:extLst>
            </p:cNvPr>
            <p:cNvSpPr/>
            <p:nvPr/>
          </p:nvSpPr>
          <p:spPr>
            <a:xfrm>
              <a:off x="1271016" y="667512"/>
              <a:ext cx="4718304" cy="5577840"/>
            </a:xfrm>
            <a:prstGeom prst="rect">
              <a:avLst/>
            </a:prstGeom>
            <a:solidFill>
              <a:srgbClr val="404040">
                <a:alpha val="50196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Master Spreadsheet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3B7F72-573F-90EF-9F00-8818B647AFAA}"/>
                </a:ext>
              </a:extLst>
            </p:cNvPr>
            <p:cNvSpPr/>
            <p:nvPr/>
          </p:nvSpPr>
          <p:spPr>
            <a:xfrm>
              <a:off x="6202682" y="667512"/>
              <a:ext cx="1776984" cy="2188464"/>
            </a:xfrm>
            <a:prstGeom prst="rect">
              <a:avLst/>
            </a:prstGeom>
            <a:solidFill>
              <a:srgbClr val="FFC000">
                <a:alpha val="50196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rgbClr val="FFC000"/>
                  </a:solidFill>
                </a:rPr>
                <a:t>Unknown 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6A158E-146D-EA82-4BA6-D31AC7417F65}"/>
                </a:ext>
              </a:extLst>
            </p:cNvPr>
            <p:cNvSpPr/>
            <p:nvPr/>
          </p:nvSpPr>
          <p:spPr>
            <a:xfrm>
              <a:off x="8106951" y="667512"/>
              <a:ext cx="2767584" cy="1301496"/>
            </a:xfrm>
            <a:prstGeom prst="rect">
              <a:avLst/>
            </a:prstGeom>
            <a:solidFill>
              <a:srgbClr val="0070C0">
                <a:alpha val="50196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rgbClr val="0070C0"/>
                  </a:solidFill>
                </a:rPr>
                <a:t>Unknown 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C40F6C-B595-383D-63DF-4A8C116409EE}"/>
                </a:ext>
              </a:extLst>
            </p:cNvPr>
            <p:cNvSpPr/>
            <p:nvPr/>
          </p:nvSpPr>
          <p:spPr>
            <a:xfrm>
              <a:off x="8106951" y="2091027"/>
              <a:ext cx="2075688" cy="1801368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rgbClr val="00B050"/>
                  </a:solidFill>
                </a:rPr>
                <a:t>Unknown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2002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DE48E-21C3-736C-B019-9C95180F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0FCAD7F-2900-0CE7-3C98-B6C699EE3B8E}"/>
              </a:ext>
            </a:extLst>
          </p:cNvPr>
          <p:cNvGrpSpPr/>
          <p:nvPr/>
        </p:nvGrpSpPr>
        <p:grpSpPr>
          <a:xfrm>
            <a:off x="1271016" y="667512"/>
            <a:ext cx="4718304" cy="5577840"/>
            <a:chOff x="1271016" y="667512"/>
            <a:chExt cx="4718304" cy="55778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FF134F-ABD5-A54A-A6CE-BBABD6EEC8DA}"/>
                </a:ext>
              </a:extLst>
            </p:cNvPr>
            <p:cNvSpPr/>
            <p:nvPr/>
          </p:nvSpPr>
          <p:spPr>
            <a:xfrm>
              <a:off x="1271016" y="667512"/>
              <a:ext cx="4718304" cy="5577840"/>
            </a:xfrm>
            <a:prstGeom prst="rect">
              <a:avLst/>
            </a:prstGeom>
            <a:solidFill>
              <a:srgbClr val="404040">
                <a:alpha val="50196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2DD01C-6C34-506D-91BB-20898E32CEE2}"/>
                </a:ext>
              </a:extLst>
            </p:cNvPr>
            <p:cNvSpPr/>
            <p:nvPr/>
          </p:nvSpPr>
          <p:spPr>
            <a:xfrm>
              <a:off x="1271016" y="797052"/>
              <a:ext cx="1776984" cy="2188464"/>
            </a:xfrm>
            <a:prstGeom prst="rect">
              <a:avLst/>
            </a:prstGeom>
            <a:solidFill>
              <a:srgbClr val="FFC000">
                <a:alpha val="50196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A0CACF-84B1-2FDF-C236-7E0ED882D728}"/>
                </a:ext>
              </a:extLst>
            </p:cNvPr>
            <p:cNvSpPr/>
            <p:nvPr/>
          </p:nvSpPr>
          <p:spPr>
            <a:xfrm>
              <a:off x="1467612" y="2144268"/>
              <a:ext cx="2767584" cy="1301496"/>
            </a:xfrm>
            <a:prstGeom prst="rect">
              <a:avLst/>
            </a:prstGeom>
            <a:solidFill>
              <a:srgbClr val="0070C0">
                <a:alpha val="50196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7F7E72-78A9-59D8-ED7F-D19134755F8D}"/>
                </a:ext>
              </a:extLst>
            </p:cNvPr>
            <p:cNvSpPr/>
            <p:nvPr/>
          </p:nvSpPr>
          <p:spPr>
            <a:xfrm>
              <a:off x="1813560" y="3204210"/>
              <a:ext cx="2075688" cy="1801368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374758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45A4-D6AF-6266-1B40-AE6C49E2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667F6BE-B157-0901-BFB7-E1A187CB5328}"/>
              </a:ext>
            </a:extLst>
          </p:cNvPr>
          <p:cNvGrpSpPr/>
          <p:nvPr/>
        </p:nvGrpSpPr>
        <p:grpSpPr>
          <a:xfrm>
            <a:off x="841248" y="667512"/>
            <a:ext cx="5670804" cy="5577840"/>
            <a:chOff x="841248" y="667512"/>
            <a:chExt cx="5670804" cy="55778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3977BEC-8946-4B08-8B6E-E59A8AC91E2E}"/>
                </a:ext>
              </a:extLst>
            </p:cNvPr>
            <p:cNvSpPr/>
            <p:nvPr/>
          </p:nvSpPr>
          <p:spPr>
            <a:xfrm>
              <a:off x="1271016" y="667512"/>
              <a:ext cx="4718304" cy="5577840"/>
            </a:xfrm>
            <a:prstGeom prst="rect">
              <a:avLst/>
            </a:prstGeom>
            <a:solidFill>
              <a:srgbClr val="404040">
                <a:alpha val="50196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10C8F1-60B0-526E-1B00-BDA9ED733DA9}"/>
                </a:ext>
              </a:extLst>
            </p:cNvPr>
            <p:cNvSpPr/>
            <p:nvPr/>
          </p:nvSpPr>
          <p:spPr>
            <a:xfrm>
              <a:off x="841248" y="870204"/>
              <a:ext cx="1776984" cy="2188464"/>
            </a:xfrm>
            <a:prstGeom prst="rect">
              <a:avLst/>
            </a:prstGeom>
            <a:solidFill>
              <a:srgbClr val="FFC000">
                <a:alpha val="50196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7575B5-EFB6-ED16-A688-35D91DAF56EF}"/>
                </a:ext>
              </a:extLst>
            </p:cNvPr>
            <p:cNvSpPr/>
            <p:nvPr/>
          </p:nvSpPr>
          <p:spPr>
            <a:xfrm>
              <a:off x="3744468" y="2154936"/>
              <a:ext cx="2767584" cy="1301496"/>
            </a:xfrm>
            <a:prstGeom prst="rect">
              <a:avLst/>
            </a:prstGeom>
            <a:solidFill>
              <a:srgbClr val="0070C0">
                <a:alpha val="50196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EDDC18-2EAC-40AA-5284-1287D2DC8B11}"/>
                </a:ext>
              </a:extLst>
            </p:cNvPr>
            <p:cNvSpPr/>
            <p:nvPr/>
          </p:nvSpPr>
          <p:spPr>
            <a:xfrm>
              <a:off x="1580388" y="3799333"/>
              <a:ext cx="2075688" cy="1801368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02648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8BDB-342B-F213-5939-A8164DB0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FEED72E-D8AA-40A7-F05F-A1A582C44A57}"/>
              </a:ext>
            </a:extLst>
          </p:cNvPr>
          <p:cNvGrpSpPr/>
          <p:nvPr/>
        </p:nvGrpSpPr>
        <p:grpSpPr>
          <a:xfrm>
            <a:off x="1271016" y="402336"/>
            <a:ext cx="4718304" cy="6321552"/>
            <a:chOff x="1271016" y="402336"/>
            <a:chExt cx="4718304" cy="632155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1C9D38-EEBC-3ACD-F5F5-A4C9B02FBC04}"/>
                </a:ext>
              </a:extLst>
            </p:cNvPr>
            <p:cNvSpPr/>
            <p:nvPr/>
          </p:nvSpPr>
          <p:spPr>
            <a:xfrm>
              <a:off x="1271016" y="667512"/>
              <a:ext cx="4718304" cy="5577840"/>
            </a:xfrm>
            <a:prstGeom prst="rect">
              <a:avLst/>
            </a:prstGeom>
            <a:solidFill>
              <a:srgbClr val="404040">
                <a:alpha val="50196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5E2FDB-83B4-1BF4-E2FB-C77E3BB8904C}"/>
                </a:ext>
              </a:extLst>
            </p:cNvPr>
            <p:cNvSpPr/>
            <p:nvPr/>
          </p:nvSpPr>
          <p:spPr>
            <a:xfrm>
              <a:off x="1271016" y="402336"/>
              <a:ext cx="1776984" cy="2188464"/>
            </a:xfrm>
            <a:prstGeom prst="rect">
              <a:avLst/>
            </a:prstGeom>
            <a:solidFill>
              <a:srgbClr val="FFC000">
                <a:alpha val="50196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5CAB72-131F-FBBF-EE53-69680A5816EA}"/>
                </a:ext>
              </a:extLst>
            </p:cNvPr>
            <p:cNvSpPr/>
            <p:nvPr/>
          </p:nvSpPr>
          <p:spPr>
            <a:xfrm>
              <a:off x="1813560" y="4922520"/>
              <a:ext cx="2075688" cy="1801368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1B1C14A-B9AF-0968-87F0-4C03E9FD7F15}"/>
                </a:ext>
              </a:extLst>
            </p:cNvPr>
            <p:cNvSpPr/>
            <p:nvPr/>
          </p:nvSpPr>
          <p:spPr>
            <a:xfrm>
              <a:off x="1467612" y="2144268"/>
              <a:ext cx="2767584" cy="1301496"/>
            </a:xfrm>
            <a:prstGeom prst="rect">
              <a:avLst/>
            </a:prstGeom>
            <a:solidFill>
              <a:srgbClr val="0070C0">
                <a:alpha val="50196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759470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40C38-450D-796D-3E73-6FB6727CE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4D4A67C-1022-46E0-85D3-B2C15D461B19}"/>
              </a:ext>
            </a:extLst>
          </p:cNvPr>
          <p:cNvGrpSpPr/>
          <p:nvPr/>
        </p:nvGrpSpPr>
        <p:grpSpPr>
          <a:xfrm>
            <a:off x="1271016" y="403860"/>
            <a:ext cx="2767584" cy="6149340"/>
            <a:chOff x="1271016" y="403860"/>
            <a:chExt cx="2767584" cy="61493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993F76-0BA2-5032-D304-9417CC9F5A2C}"/>
                </a:ext>
              </a:extLst>
            </p:cNvPr>
            <p:cNvSpPr/>
            <p:nvPr/>
          </p:nvSpPr>
          <p:spPr>
            <a:xfrm>
              <a:off x="1271016" y="667512"/>
              <a:ext cx="2767584" cy="5577840"/>
            </a:xfrm>
            <a:prstGeom prst="rect">
              <a:avLst/>
            </a:prstGeom>
            <a:solidFill>
              <a:srgbClr val="404040">
                <a:alpha val="50196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4404CB-33A9-5B3E-CDBC-E9F49F57CB1B}"/>
                </a:ext>
              </a:extLst>
            </p:cNvPr>
            <p:cNvSpPr/>
            <p:nvPr/>
          </p:nvSpPr>
          <p:spPr>
            <a:xfrm>
              <a:off x="1271016" y="403860"/>
              <a:ext cx="2767584" cy="2188464"/>
            </a:xfrm>
            <a:prstGeom prst="rect">
              <a:avLst/>
            </a:prstGeom>
            <a:solidFill>
              <a:srgbClr val="FFC000">
                <a:alpha val="50196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FF4790-7E78-274D-DCB1-2B200F7AB1FA}"/>
                </a:ext>
              </a:extLst>
            </p:cNvPr>
            <p:cNvSpPr/>
            <p:nvPr/>
          </p:nvSpPr>
          <p:spPr>
            <a:xfrm>
              <a:off x="1271016" y="2154936"/>
              <a:ext cx="2767584" cy="1301496"/>
            </a:xfrm>
            <a:prstGeom prst="rect">
              <a:avLst/>
            </a:prstGeom>
            <a:solidFill>
              <a:srgbClr val="0070C0">
                <a:alpha val="50196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1522BB-07D3-854D-F2AA-7D02A385D635}"/>
                </a:ext>
              </a:extLst>
            </p:cNvPr>
            <p:cNvSpPr/>
            <p:nvPr/>
          </p:nvSpPr>
          <p:spPr>
            <a:xfrm>
              <a:off x="1271016" y="4751832"/>
              <a:ext cx="2767584" cy="1801368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83158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2FB2-8A15-172C-6ACD-E62A0FF1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EC69DF-93A1-AFDD-6CFA-DCABDBD4EB33}"/>
              </a:ext>
            </a:extLst>
          </p:cNvPr>
          <p:cNvSpPr/>
          <p:nvPr/>
        </p:nvSpPr>
        <p:spPr>
          <a:xfrm>
            <a:off x="1271016" y="667512"/>
            <a:ext cx="2767584" cy="5577840"/>
          </a:xfrm>
          <a:prstGeom prst="rect">
            <a:avLst/>
          </a:prstGeom>
          <a:solidFill>
            <a:srgbClr val="404040">
              <a:alpha val="50196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19DCA-0959-F536-227D-4EBC52FF6402}"/>
              </a:ext>
            </a:extLst>
          </p:cNvPr>
          <p:cNvSpPr/>
          <p:nvPr/>
        </p:nvSpPr>
        <p:spPr>
          <a:xfrm>
            <a:off x="1271016" y="797052"/>
            <a:ext cx="1776984" cy="2188464"/>
          </a:xfrm>
          <a:prstGeom prst="rect">
            <a:avLst/>
          </a:prstGeom>
          <a:solidFill>
            <a:srgbClr val="FFC000">
              <a:alpha val="5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202877-436A-F58B-E627-9487D2CB73D5}"/>
              </a:ext>
            </a:extLst>
          </p:cNvPr>
          <p:cNvSpPr/>
          <p:nvPr/>
        </p:nvSpPr>
        <p:spPr>
          <a:xfrm>
            <a:off x="1271016" y="2154936"/>
            <a:ext cx="2767584" cy="1301496"/>
          </a:xfrm>
          <a:prstGeom prst="rect">
            <a:avLst/>
          </a:prstGeom>
          <a:solidFill>
            <a:srgbClr val="0070C0">
              <a:alpha val="50196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5EB928-FA5F-189F-E1D2-D7679530AADB}"/>
              </a:ext>
            </a:extLst>
          </p:cNvPr>
          <p:cNvSpPr/>
          <p:nvPr/>
        </p:nvSpPr>
        <p:spPr>
          <a:xfrm>
            <a:off x="1271016" y="3142488"/>
            <a:ext cx="2075688" cy="1801368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893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8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 of Townsville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Shand</dc:creator>
  <cp:lastModifiedBy>Adam Shand</cp:lastModifiedBy>
  <cp:revision>3</cp:revision>
  <dcterms:created xsi:type="dcterms:W3CDTF">2025-11-27T22:04:05Z</dcterms:created>
  <dcterms:modified xsi:type="dcterms:W3CDTF">2025-12-01T02:18:08Z</dcterms:modified>
</cp:coreProperties>
</file>