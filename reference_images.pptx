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BBD8-DB6D-E910-E762-3E54D9FDF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BA389-AD69-24AB-D59A-F16288B07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34DAA-2C86-2BFA-F61C-7D8583D68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49B4-95CF-8CF2-C7B0-796ADF035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0A754-2263-9C26-AEE5-5256DBA9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6592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40DD-6957-1DD4-41EE-C682AF05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F60BD-29B4-9A20-6C9C-98E0B07CC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BA0E4-5BEF-8906-C239-901624AE4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5B1EF-B6A0-41F5-0D22-28784A82F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01959-8132-36AC-52D3-27140ABD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769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14101-10F5-212A-13A5-C0B7D3F15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2A6A29-924E-AE6D-36A7-8BBC2CA63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FCA61D-EAF1-9276-DAB8-C9B7F9F66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48224-2184-8035-9761-24B9C9634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523CD-9CA1-2573-95D7-AAE401F6D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03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BCF4-A1DF-BBD0-DC5B-125156BF8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7B925-F194-4026-A948-DDAA9473F0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92BA7-26BF-F808-3DE6-2552AA534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EEEE0-8FA7-1BA8-DEB6-DD849BF7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E200B-64D2-21AA-CADC-6FC0518B9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4038A-E7D1-4693-EBC5-6792E5CAD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2113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43089-EFB5-3E5A-FF87-718A59A0C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C407E-E911-6140-39B0-C00CB7A42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4A4673-1C70-7622-9380-79661E36A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715B03-C5E5-F6B9-41D9-D4BC5BFEB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D1E753-7A0B-E71B-ECE0-39EC7CA525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1696C6-897A-3C6C-5910-8246B1747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799EE-3E77-250B-792C-C6EA7CAAC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D9277-C63A-B21E-64CB-E5AD1763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411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6698E-7565-C6B6-C3CB-FEAF20616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424F6A-552E-A92B-BB8B-32C2DFBD9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CDF1C8-E786-3A4E-EC4B-33F71F631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36C6A-4957-CE0C-3845-D042A4F9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463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CE93EA-2106-4DDB-803D-F91FEEFCD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42EDAB-C985-9B66-5C19-2C4C0AD96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FF220-8C91-D73F-2B7D-72B9BDC44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413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0A7D2-B464-FDCF-FE9E-AD77FA3B4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8F4A3-97B6-96E2-E8EA-3D4AAADFF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C93C8-540A-36E6-5AFF-FE83E4560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8EAB13-9021-5DE9-B037-85611412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2E3EE-21E7-CF4A-0188-BFB84D91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A1304-6136-D29A-E7D7-B96E312A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1651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3C3AD-60A5-0D60-A172-A6DE50125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74A539-1AFF-E71D-F520-C18764B3DD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27A9D-6F10-88E1-F4F5-C18C004DF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15C17-9898-C9AA-65CE-91EA097C2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0C191-5892-2237-65D7-0CA3CADA4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CE6AEB-7682-4B9D-74F4-33525A80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1502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0265C-8D64-2B43-4A62-F3EC38C6E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E5C37E-9810-FA9E-E4DD-294282FB3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2DA08-896E-3204-1355-2660DEA0B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23269-7491-33A8-41B6-4670CA59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56786-507A-7137-6768-42E0388D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7364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A49BA0-99B9-4F88-3550-2891DD4A3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EB833-34FE-A69B-D458-A3F9381CE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5A857-9189-3513-3ED1-A219C8EA5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A877E-3BF3-2EA1-1A26-DBE8E5E96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C0401-94DA-A1BC-F521-2362CD3B5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293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1A28E4-0E94-63AB-43D0-44CAEA972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BD0BA-E361-3B6E-53B9-3C4F79D30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27C44-D537-13E4-9B9D-4D6CD8F8C8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6FCA-8772-43F2-B3FF-6C697E833BC5}" type="datetimeFigureOut">
              <a:rPr lang="en-AU" smtClean="0"/>
              <a:t>28/11/2025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4766E-DCB4-579C-FC04-5FF4C57777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D9662-D54A-C00A-302D-7C3390F21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9827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2172EC-7658-6164-991A-AEC94E373718}"/>
              </a:ext>
            </a:extLst>
          </p:cNvPr>
          <p:cNvSpPr/>
          <p:nvPr/>
        </p:nvSpPr>
        <p:spPr>
          <a:xfrm>
            <a:off x="1271016" y="667512"/>
            <a:ext cx="471830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3B7F72-573F-90EF-9F00-8818B647AFAA}"/>
              </a:ext>
            </a:extLst>
          </p:cNvPr>
          <p:cNvSpPr/>
          <p:nvPr/>
        </p:nvSpPr>
        <p:spPr>
          <a:xfrm>
            <a:off x="1271016" y="797052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A158E-146D-EA82-4BA6-D31AC7417F65}"/>
              </a:ext>
            </a:extLst>
          </p:cNvPr>
          <p:cNvSpPr/>
          <p:nvPr/>
        </p:nvSpPr>
        <p:spPr>
          <a:xfrm>
            <a:off x="1467612" y="2144268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C40F6C-B595-383D-63DF-4A8C116409EE}"/>
              </a:ext>
            </a:extLst>
          </p:cNvPr>
          <p:cNvSpPr/>
          <p:nvPr/>
        </p:nvSpPr>
        <p:spPr>
          <a:xfrm>
            <a:off x="1813560" y="3204210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2002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45A4-D6AF-6266-1B40-AE6C49E2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977BEC-8946-4B08-8B6E-E59A8AC91E2E}"/>
              </a:ext>
            </a:extLst>
          </p:cNvPr>
          <p:cNvSpPr/>
          <p:nvPr/>
        </p:nvSpPr>
        <p:spPr>
          <a:xfrm>
            <a:off x="1271016" y="667512"/>
            <a:ext cx="471830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10C8F1-60B0-526E-1B00-BDA9ED733DA9}"/>
              </a:ext>
            </a:extLst>
          </p:cNvPr>
          <p:cNvSpPr/>
          <p:nvPr/>
        </p:nvSpPr>
        <p:spPr>
          <a:xfrm>
            <a:off x="841248" y="870204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7575B5-EFB6-ED16-A688-35D91DAF56EF}"/>
              </a:ext>
            </a:extLst>
          </p:cNvPr>
          <p:cNvSpPr/>
          <p:nvPr/>
        </p:nvSpPr>
        <p:spPr>
          <a:xfrm>
            <a:off x="3744468" y="2154936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EDDC18-2EAC-40AA-5284-1287D2DC8B11}"/>
              </a:ext>
            </a:extLst>
          </p:cNvPr>
          <p:cNvSpPr/>
          <p:nvPr/>
        </p:nvSpPr>
        <p:spPr>
          <a:xfrm>
            <a:off x="1580388" y="3799333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648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8BDB-342B-F213-5939-A8164DB0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D1C9D38-EEBC-3ACD-F5F5-A4C9B02FBC04}"/>
              </a:ext>
            </a:extLst>
          </p:cNvPr>
          <p:cNvSpPr/>
          <p:nvPr/>
        </p:nvSpPr>
        <p:spPr>
          <a:xfrm>
            <a:off x="1271016" y="667512"/>
            <a:ext cx="471830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5E2FDB-83B4-1BF4-E2FB-C77E3BB8904C}"/>
              </a:ext>
            </a:extLst>
          </p:cNvPr>
          <p:cNvSpPr/>
          <p:nvPr/>
        </p:nvSpPr>
        <p:spPr>
          <a:xfrm>
            <a:off x="1271016" y="402336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5CAB72-131F-FBBF-EE53-69680A5816EA}"/>
              </a:ext>
            </a:extLst>
          </p:cNvPr>
          <p:cNvSpPr/>
          <p:nvPr/>
        </p:nvSpPr>
        <p:spPr>
          <a:xfrm>
            <a:off x="1813560" y="4922520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B1C14A-B9AF-0968-87F0-4C03E9FD7F15}"/>
              </a:ext>
            </a:extLst>
          </p:cNvPr>
          <p:cNvSpPr/>
          <p:nvPr/>
        </p:nvSpPr>
        <p:spPr>
          <a:xfrm>
            <a:off x="1467612" y="2144268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9470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92FB2-8A15-172C-6ACD-E62A0FF1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EC69DF-93A1-AFDD-6CFA-DCABDBD4EB33}"/>
              </a:ext>
            </a:extLst>
          </p:cNvPr>
          <p:cNvSpPr/>
          <p:nvPr/>
        </p:nvSpPr>
        <p:spPr>
          <a:xfrm>
            <a:off x="1271016" y="667512"/>
            <a:ext cx="276758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819DCA-0959-F536-227D-4EBC52FF6402}"/>
              </a:ext>
            </a:extLst>
          </p:cNvPr>
          <p:cNvSpPr/>
          <p:nvPr/>
        </p:nvSpPr>
        <p:spPr>
          <a:xfrm>
            <a:off x="1271016" y="797052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202877-436A-F58B-E627-9487D2CB73D5}"/>
              </a:ext>
            </a:extLst>
          </p:cNvPr>
          <p:cNvSpPr/>
          <p:nvPr/>
        </p:nvSpPr>
        <p:spPr>
          <a:xfrm>
            <a:off x="1271016" y="2154936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5EB928-FA5F-189F-E1D2-D7679530AADB}"/>
              </a:ext>
            </a:extLst>
          </p:cNvPr>
          <p:cNvSpPr/>
          <p:nvPr/>
        </p:nvSpPr>
        <p:spPr>
          <a:xfrm>
            <a:off x="1271016" y="3142488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93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40C38-450D-796D-3E73-6FB6727CE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993F76-0BA2-5032-D304-9417CC9F5A2C}"/>
              </a:ext>
            </a:extLst>
          </p:cNvPr>
          <p:cNvSpPr/>
          <p:nvPr/>
        </p:nvSpPr>
        <p:spPr>
          <a:xfrm>
            <a:off x="1271016" y="667512"/>
            <a:ext cx="276758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404CB-33A9-5B3E-CDBC-E9F49F57CB1B}"/>
              </a:ext>
            </a:extLst>
          </p:cNvPr>
          <p:cNvSpPr/>
          <p:nvPr/>
        </p:nvSpPr>
        <p:spPr>
          <a:xfrm>
            <a:off x="1271016" y="403860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FF4790-7E78-274D-DCB1-2B200F7AB1FA}"/>
              </a:ext>
            </a:extLst>
          </p:cNvPr>
          <p:cNvSpPr/>
          <p:nvPr/>
        </p:nvSpPr>
        <p:spPr>
          <a:xfrm>
            <a:off x="1271016" y="2154936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1522BB-07D3-854D-F2AA-7D02A385D635}"/>
              </a:ext>
            </a:extLst>
          </p:cNvPr>
          <p:cNvSpPr/>
          <p:nvPr/>
        </p:nvSpPr>
        <p:spPr>
          <a:xfrm>
            <a:off x="1271016" y="4751832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31581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Port of Townsville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Shand</dc:creator>
  <cp:lastModifiedBy>Adam Shand</cp:lastModifiedBy>
  <cp:revision>1</cp:revision>
  <dcterms:created xsi:type="dcterms:W3CDTF">2025-11-27T22:04:05Z</dcterms:created>
  <dcterms:modified xsi:type="dcterms:W3CDTF">2025-11-28T05:00:26Z</dcterms:modified>
</cp:coreProperties>
</file>